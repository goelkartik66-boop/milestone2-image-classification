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1D84-E065-7583-E19F-DC0C4D88F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/>
              <a:t>MILESTONE 2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EACA5-AEAB-30E8-DEEB-CE94FAF892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sz="2400" dirty="0"/>
              <a:t>Image Classification with Flask API</a:t>
            </a:r>
          </a:p>
          <a:p>
            <a:pPr algn="l"/>
            <a:r>
              <a:rPr lang="en-IN" sz="1300" dirty="0"/>
              <a:t>Student Name: Kartik goel, Keshav garg</a:t>
            </a:r>
          </a:p>
          <a:p>
            <a:pPr algn="l"/>
            <a:r>
              <a:rPr lang="en-IN" sz="1300" dirty="0"/>
              <a:t>Enrolment number: a25ariu0019, a25ariu0021</a:t>
            </a:r>
            <a:br>
              <a:rPr lang="en-IN" sz="1300" dirty="0"/>
            </a:br>
            <a:r>
              <a:rPr lang="en-IN" sz="1300" dirty="0"/>
              <a:t>Bennett University</a:t>
            </a:r>
            <a:br>
              <a:rPr lang="en-IN" sz="1300" dirty="0"/>
            </a:br>
            <a:r>
              <a:rPr lang="en-IN" sz="1300" dirty="0"/>
              <a:t>Date: November 22,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D6439-C04C-BD3D-6D00-E01483997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690" y="1066801"/>
            <a:ext cx="2443755" cy="24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3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8354-3D2F-1E28-B3B0-1D99F72A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What is This Project About?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905D0-7105-7876-47B3-503C1C421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dirty="0"/>
              <a:t>Project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A1409-BB58-E545-ED5F-ED129EEF5B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• </a:t>
            </a:r>
            <a:r>
              <a:rPr lang="en-US" b="1" dirty="0"/>
              <a:t>Objective:</a:t>
            </a:r>
            <a:r>
              <a:rPr lang="en-US" dirty="0"/>
              <a:t> Build an end-to-end machine learning pipeline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Task:</a:t>
            </a:r>
            <a:r>
              <a:rPr lang="en-US" dirty="0"/>
              <a:t> Classify images into predefined categories (circles and squares)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Method:</a:t>
            </a:r>
            <a:r>
              <a:rPr lang="en-US" dirty="0"/>
              <a:t> Use machine learning with Flask REST API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Deployment:</a:t>
            </a:r>
            <a:r>
              <a:rPr lang="en-US" dirty="0"/>
              <a:t> Run locally on localhost for testing and demonstration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Purpose:</a:t>
            </a:r>
            <a:r>
              <a:rPr lang="en-US" dirty="0"/>
              <a:t> Learn ML pipeline from data generation to API deployment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915BF-7411-BD66-43EC-58FC972F0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000" dirty="0"/>
              <a:t>Key Highlights: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FF387-EF65-227C-54F1-B353D71E72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Synthetic dataset with 200 labeled images</a:t>
            </a:r>
          </a:p>
          <a:p>
            <a:r>
              <a:rPr lang="en-US" dirty="0"/>
              <a:t>Random Forest classifier model</a:t>
            </a:r>
          </a:p>
          <a:p>
            <a:r>
              <a:rPr lang="en-US" dirty="0"/>
              <a:t>REST API for real-time predictions</a:t>
            </a:r>
          </a:p>
          <a:p>
            <a:r>
              <a:rPr lang="en-US" dirty="0"/>
              <a:t>Fully tested and functional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64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3B449-53B2-6B83-26C5-72E89C0D3ABD}"/>
              </a:ext>
            </a:extLst>
          </p:cNvPr>
          <p:cNvSpPr txBox="1"/>
          <p:nvPr/>
        </p:nvSpPr>
        <p:spPr>
          <a:xfrm>
            <a:off x="2921442" y="624900"/>
            <a:ext cx="60946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Dataset Generation (200 images)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Data Preprocessing (Resize, Flatten)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Model Training (Random Forest)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Model Serialization (.pkl file)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Flask API Deployment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API Testing &amp;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1730-2161-42A0-A075-B4634EEF3276}"/>
              </a:ext>
            </a:extLst>
          </p:cNvPr>
          <p:cNvSpPr txBox="1"/>
          <p:nvPr/>
        </p:nvSpPr>
        <p:spPr>
          <a:xfrm>
            <a:off x="1083365" y="4075203"/>
            <a:ext cx="6094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Neue"/>
              </a:rPr>
              <a:t>Components:</a:t>
            </a:r>
            <a:endParaRPr lang="en-IN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Data: </a:t>
            </a:r>
            <a:r>
              <a:rPr lang="en-IN" b="0" i="0" dirty="0">
                <a:effectLst/>
                <a:latin typeface="var(--font-berkeley-mono)"/>
              </a:rPr>
              <a:t>C:\milestone 2\data\synthetic_images\</a:t>
            </a:r>
            <a:endParaRPr lang="en-IN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Code: </a:t>
            </a:r>
            <a:r>
              <a:rPr lang="en-IN" b="0" i="0" dirty="0">
                <a:effectLst/>
                <a:latin typeface="var(--font-berkeley-mono)"/>
              </a:rPr>
              <a:t>C:\milestone 2\src\</a:t>
            </a:r>
            <a:endParaRPr lang="en-IN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Documentation: </a:t>
            </a:r>
            <a:r>
              <a:rPr lang="en-IN" b="0" i="0" dirty="0">
                <a:effectLst/>
                <a:latin typeface="var(--font-berkeley-mono)"/>
              </a:rPr>
              <a:t>C:\milestone 2\docs\</a:t>
            </a:r>
            <a:endParaRPr lang="en-IN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18854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6E8D-D7ED-04D0-1A24-F256E964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Synthetic </a:t>
            </a:r>
            <a:r>
              <a:rPr lang="en-IN" sz="4400" b="1" dirty="0"/>
              <a:t>Image</a:t>
            </a:r>
            <a:r>
              <a:rPr lang="en-IN" b="1" dirty="0"/>
              <a:t> Dataset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1A5BF-9C6C-CAEF-A464-B63C4F5E2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dirty="0"/>
              <a:t>Dataset Specifications: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88A99-684C-F440-3A5A-7053CFE9D7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Total Images:</a:t>
            </a:r>
            <a:r>
              <a:rPr lang="en-US" dirty="0"/>
              <a:t> 200 (100 circles + 100 squares)</a:t>
            </a:r>
          </a:p>
          <a:p>
            <a:r>
              <a:rPr lang="en-US" b="1" dirty="0"/>
              <a:t>Format:</a:t>
            </a:r>
            <a:r>
              <a:rPr lang="en-US" dirty="0"/>
              <a:t> PNG, 64×64 pixels</a:t>
            </a:r>
          </a:p>
          <a:p>
            <a:r>
              <a:rPr lang="en-US" b="1" dirty="0"/>
              <a:t>Generation:</a:t>
            </a:r>
            <a:r>
              <a:rPr lang="en-US" dirty="0"/>
              <a:t> Python PIL library</a:t>
            </a:r>
          </a:p>
          <a:p>
            <a:r>
              <a:rPr lang="en-US" b="1" dirty="0"/>
              <a:t>Classes:</a:t>
            </a:r>
            <a:r>
              <a:rPr lang="en-US" dirty="0"/>
              <a:t> Circle (blue) and Square (red)</a:t>
            </a:r>
          </a:p>
          <a:p>
            <a:r>
              <a:rPr lang="en-US" b="1" dirty="0"/>
              <a:t>Distribution:</a:t>
            </a:r>
            <a:r>
              <a:rPr lang="en-US" dirty="0"/>
              <a:t> 70% training, 30% testing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4395F-EC01-6EBF-2F7F-A38943545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000" dirty="0"/>
              <a:t>Location: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08F0E-A8A0-158B-55AF-234DA4C243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C:\milestone 2\data\circles and squares\</a:t>
            </a:r>
          </a:p>
          <a:p>
            <a:r>
              <a:rPr lang="en-US" dirty="0"/>
              <a:t>├── circle\  (100 images)</a:t>
            </a:r>
          </a:p>
          <a:p>
            <a:r>
              <a:rPr lang="en-US" dirty="0"/>
              <a:t>└── square\  (100 images)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74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0C-6D06-2CBB-88BE-B5F8D9F1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/>
              <a:t>Random Forest Classifier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1D09-F7D4-29EF-AB63-967A30EB14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Random Forest?</a:t>
            </a:r>
            <a:endParaRPr lang="en-US" dirty="0"/>
          </a:p>
          <a:p>
            <a:r>
              <a:rPr lang="en-US" dirty="0"/>
              <a:t>Fast and reliable classifier</a:t>
            </a:r>
          </a:p>
          <a:p>
            <a:r>
              <a:rPr lang="en-US" dirty="0"/>
              <a:t>Handles high-dimensional image data</a:t>
            </a:r>
          </a:p>
          <a:p>
            <a:r>
              <a:rPr lang="en-US" dirty="0"/>
              <a:t>Excellent accuracy on binary classification</a:t>
            </a:r>
          </a:p>
          <a:p>
            <a:r>
              <a:rPr lang="en-US" dirty="0"/>
              <a:t>Easy to understand and implement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02543-4D77-43C9-071E-607E81A4DB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Training process and performance:</a:t>
            </a:r>
          </a:p>
          <a:p>
            <a:r>
              <a:rPr lang="en-US" dirty="0"/>
              <a:t>Load 200 images from dataset</a:t>
            </a:r>
          </a:p>
          <a:p>
            <a:r>
              <a:rPr lang="en-US" dirty="0"/>
              <a:t>Resize images to 32×32 pixels</a:t>
            </a:r>
          </a:p>
          <a:p>
            <a:r>
              <a:rPr lang="en-US" dirty="0"/>
              <a:t>Flatten to 1024 features per image</a:t>
            </a:r>
          </a:p>
          <a:p>
            <a:r>
              <a:rPr lang="en-US" dirty="0"/>
              <a:t>Split: 70% training, 30% testing</a:t>
            </a:r>
          </a:p>
          <a:p>
            <a:r>
              <a:rPr lang="en-US" dirty="0"/>
              <a:t>Train Random Forest (100 trees)</a:t>
            </a:r>
          </a:p>
          <a:p>
            <a:r>
              <a:rPr lang="en-US" dirty="0"/>
              <a:t>Training Accuracy: 100%</a:t>
            </a:r>
          </a:p>
          <a:p>
            <a:r>
              <a:rPr lang="en-US" dirty="0"/>
              <a:t>Test Accuracy: &gt;95%</a:t>
            </a:r>
          </a:p>
          <a:p>
            <a:r>
              <a:rPr lang="en-US" dirty="0"/>
              <a:t>Model Size: ~1-2 MB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62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81DF-E6D9-FD95-5ED7-E44062A2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API Development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08CF-4ACC-0D41-6A89-06F6297F1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/>
              <a:t>Here is the code that I used: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from flask import Flask, request, jsonify</a:t>
            </a:r>
          </a:p>
          <a:p>
            <a:pPr marL="0" indent="0">
              <a:buNone/>
            </a:pPr>
            <a:r>
              <a:rPr lang="en-IN" sz="1500" dirty="0"/>
              <a:t>import pickle</a:t>
            </a:r>
          </a:p>
          <a:p>
            <a:pPr marL="0" indent="0">
              <a:buNone/>
            </a:pPr>
            <a:r>
              <a:rPr lang="en-IN" sz="1500" dirty="0"/>
              <a:t>import numpy as np</a:t>
            </a:r>
          </a:p>
          <a:p>
            <a:pPr marL="0" indent="0">
              <a:buNone/>
            </a:pPr>
            <a:r>
              <a:rPr lang="en-IN" sz="1500" dirty="0"/>
              <a:t>from PIL import Image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app = Flask(__name__)</a:t>
            </a:r>
          </a:p>
          <a:p>
            <a:pPr marL="0" indent="0">
              <a:buNone/>
            </a:pPr>
            <a:r>
              <a:rPr lang="en-IN" sz="1500" dirty="0"/>
              <a:t>model = pickle.load(open("image_model.pkl", "rb"))</a:t>
            </a:r>
          </a:p>
          <a:p>
            <a:endParaRPr lang="en-IN" sz="1500" dirty="0"/>
          </a:p>
          <a:p>
            <a:pPr marL="0" indent="0">
              <a:buNone/>
            </a:pPr>
            <a:r>
              <a:rPr lang="en-IN" sz="1500" dirty="0"/>
              <a:t>@app.route('/predict', methods=['POST'])</a:t>
            </a:r>
          </a:p>
          <a:p>
            <a:pPr marL="0" indent="0">
              <a:buNone/>
            </a:pPr>
            <a:r>
              <a:rPr lang="en-IN" sz="1500" dirty="0"/>
              <a:t>def predict():</a:t>
            </a:r>
          </a:p>
          <a:p>
            <a:pPr marL="0" indent="0">
              <a:buNone/>
            </a:pPr>
            <a:r>
              <a:rPr lang="en-IN" sz="1500" dirty="0"/>
              <a:t>    file = request.files['image']</a:t>
            </a:r>
          </a:p>
          <a:p>
            <a:pPr marL="0" indent="0">
              <a:buNone/>
            </a:pPr>
            <a:r>
              <a:rPr lang="en-IN" sz="1500" dirty="0"/>
              <a:t>    img = np.array(Image.open(file).resize((32, 32))).flatten().reshape(1, -1)</a:t>
            </a:r>
          </a:p>
          <a:p>
            <a:pPr marL="0" indent="0">
              <a:buNone/>
            </a:pPr>
            <a:r>
              <a:rPr lang="en-IN" sz="1500" dirty="0"/>
              <a:t>    pred = model.predict(img)</a:t>
            </a:r>
          </a:p>
          <a:p>
            <a:pPr marL="0" indent="0">
              <a:buNone/>
            </a:pPr>
            <a:r>
              <a:rPr lang="en-IN" sz="1500" dirty="0"/>
              <a:t>    return jsonify({'prediction': pred})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if __name__ == '__main__':</a:t>
            </a:r>
          </a:p>
          <a:p>
            <a:pPr marL="0" indent="0">
              <a:buNone/>
            </a:pPr>
            <a:r>
              <a:rPr lang="en-IN" sz="1500" dirty="0"/>
              <a:t>    app.run(debug=True)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88CD-6FF6-5112-E36F-9124E8D10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Flask REST API</a:t>
            </a:r>
            <a:endParaRPr lang="en-US" sz="1400" dirty="0"/>
          </a:p>
          <a:p>
            <a:r>
              <a:rPr lang="en-US" sz="1400" b="1" dirty="0"/>
              <a:t>Endpoint:</a:t>
            </a:r>
            <a:r>
              <a:rPr lang="en-US" sz="1400" dirty="0"/>
              <a:t> POST http://127.0.0.1:5000/predict</a:t>
            </a:r>
          </a:p>
          <a:p>
            <a:r>
              <a:rPr lang="en-US" sz="1400" b="1" dirty="0"/>
              <a:t>Request:</a:t>
            </a:r>
            <a:r>
              <a:rPr lang="en-US" sz="1400" dirty="0"/>
              <a:t> Multipart form-data with image file</a:t>
            </a:r>
            <a:br>
              <a:rPr lang="en-US" sz="1400" dirty="0"/>
            </a:br>
            <a:r>
              <a:rPr lang="en-US" sz="1400" b="1" dirty="0"/>
              <a:t>Response:</a:t>
            </a:r>
            <a:r>
              <a:rPr lang="en-US" sz="1400" dirty="0"/>
              <a:t> JSON with prediction</a:t>
            </a:r>
          </a:p>
          <a:p>
            <a:endParaRPr lang="en-US" sz="1200" b="1" dirty="0"/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9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B8C2B-9A71-1E4B-8DF5-A7F8444B6492}"/>
              </a:ext>
            </a:extLst>
          </p:cNvPr>
          <p:cNvSpPr txBox="1"/>
          <p:nvPr/>
        </p:nvSpPr>
        <p:spPr>
          <a:xfrm>
            <a:off x="3048663" y="610465"/>
            <a:ext cx="6094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i="0" dirty="0">
                <a:effectLst/>
                <a:latin typeface="var(--font-fk-grotesk)"/>
              </a:rPr>
              <a:t>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02655-8317-7D4D-2036-08E4E459C285}"/>
              </a:ext>
            </a:extLst>
          </p:cNvPr>
          <p:cNvSpPr txBox="1"/>
          <p:nvPr/>
        </p:nvSpPr>
        <p:spPr>
          <a:xfrm>
            <a:off x="638093" y="1827296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Running the API Server</a:t>
            </a: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Start Server: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3966F-4960-3816-70AA-15282BF2E9C6}"/>
              </a:ext>
            </a:extLst>
          </p:cNvPr>
          <p:cNvSpPr txBox="1"/>
          <p:nvPr/>
        </p:nvSpPr>
        <p:spPr>
          <a:xfrm>
            <a:off x="638093" y="2475694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PS C:\milestone 2\src&gt; python app.py</a:t>
            </a:r>
          </a:p>
          <a:p>
            <a:r>
              <a:rPr lang="en-IN" dirty="0"/>
              <a:t> * Running on http://127.0.0.1:5000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9FC97-2296-067D-50BC-E67F578F5695}"/>
              </a:ext>
            </a:extLst>
          </p:cNvPr>
          <p:cNvSpPr txBox="1"/>
          <p:nvPr/>
        </p:nvSpPr>
        <p:spPr>
          <a:xfrm>
            <a:off x="638093" y="3321126"/>
            <a:ext cx="60946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Server Configuration: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Framework: Flask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Address: 127.0.0.1 (localhost)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Port: 5000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Debug: Enabled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To Stop:</a:t>
            </a:r>
            <a:r>
              <a:rPr lang="en-US" b="0" i="0" dirty="0">
                <a:effectLst/>
                <a:latin typeface="fkGroteskNeue"/>
              </a:rPr>
              <a:t> Press CTRL+C</a:t>
            </a:r>
          </a:p>
        </p:txBody>
      </p:sp>
    </p:spTree>
    <p:extLst>
      <p:ext uri="{BB962C8B-B14F-4D97-AF65-F5344CB8AC3E}">
        <p14:creationId xmlns:p14="http://schemas.microsoft.com/office/powerpoint/2010/main" val="356553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5922F0-F990-E42C-66AF-0DA5D6FF24F9}"/>
              </a:ext>
            </a:extLst>
          </p:cNvPr>
          <p:cNvSpPr txBox="1"/>
          <p:nvPr/>
        </p:nvSpPr>
        <p:spPr>
          <a:xfrm>
            <a:off x="3048663" y="350059"/>
            <a:ext cx="6094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i="0" dirty="0">
                <a:effectLst/>
                <a:latin typeface="var(--font-fk-grotesk)"/>
              </a:rPr>
              <a:t>Testing &amp;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33F92A-0A17-88E7-D0BD-4A59BB4A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74" y="1230512"/>
            <a:ext cx="299088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Testing Results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Setup: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 1: Flask server running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 2: Send test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keleyMono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F81CB-93A3-E1C6-8C36-F1630F4216E3}"/>
              </a:ext>
            </a:extLst>
          </p:cNvPr>
          <p:cNvSpPr txBox="1"/>
          <p:nvPr/>
        </p:nvSpPr>
        <p:spPr>
          <a:xfrm>
            <a:off x="677850" y="2522669"/>
            <a:ext cx="60946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import requests</a:t>
            </a:r>
          </a:p>
          <a:p>
            <a:endParaRPr lang="en-IN" sz="1600" dirty="0"/>
          </a:p>
          <a:p>
            <a:r>
              <a:rPr lang="en-IN" sz="1600" dirty="0"/>
              <a:t>url = 'http://127.0.0.1:5000/predict'</a:t>
            </a:r>
          </a:p>
          <a:p>
            <a:r>
              <a:rPr lang="en-IN" sz="1600" dirty="0"/>
              <a:t>files = {'image': open('../data/synthetic_images/circle/circle_0.png', 'rb')}</a:t>
            </a:r>
          </a:p>
          <a:p>
            <a:r>
              <a:rPr lang="en-IN" sz="1600" dirty="0"/>
              <a:t>response = requests.post(url, files=files)</a:t>
            </a:r>
          </a:p>
          <a:p>
            <a:r>
              <a:rPr lang="en-IN" sz="1600" dirty="0"/>
              <a:t>print(</a:t>
            </a:r>
            <a:r>
              <a:rPr lang="en-IN" sz="1600" dirty="0" err="1"/>
              <a:t>response.json</a:t>
            </a:r>
            <a:r>
              <a:rPr lang="en-IN" sz="1600" dirty="0"/>
              <a:t>())</a:t>
            </a:r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99D1D-04E5-3293-35D9-3D45CDA8688F}"/>
              </a:ext>
            </a:extLst>
          </p:cNvPr>
          <p:cNvSpPr txBox="1"/>
          <p:nvPr/>
        </p:nvSpPr>
        <p:spPr>
          <a:xfrm>
            <a:off x="677850" y="4430884"/>
            <a:ext cx="6094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1" i="0" dirty="0">
                <a:effectLst/>
                <a:latin typeface="fkGroteskNeue"/>
              </a:rPr>
              <a:t>Results:</a:t>
            </a:r>
            <a:endParaRPr lang="en-US" sz="16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✓ Circle images: Correctly classified as "circle"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✓ Square images: Correctly classified as "square"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✓ Response time: &lt; 100 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✓ API stability: No errors</a:t>
            </a:r>
          </a:p>
        </p:txBody>
      </p:sp>
    </p:spTree>
    <p:extLst>
      <p:ext uri="{BB962C8B-B14F-4D97-AF65-F5344CB8AC3E}">
        <p14:creationId xmlns:p14="http://schemas.microsoft.com/office/powerpoint/2010/main" val="356222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31E2A4-5FFB-C2A2-0743-147359163F8B}"/>
              </a:ext>
            </a:extLst>
          </p:cNvPr>
          <p:cNvSpPr txBox="1"/>
          <p:nvPr/>
        </p:nvSpPr>
        <p:spPr>
          <a:xfrm>
            <a:off x="3048663" y="554805"/>
            <a:ext cx="6094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i="0" dirty="0">
                <a:effectLst/>
                <a:latin typeface="var(--font-fk-grotesk)"/>
              </a:rPr>
              <a:t>Project Deliverables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A4F83-931F-F2A1-30BD-D15C7B8B56E6}"/>
              </a:ext>
            </a:extLst>
          </p:cNvPr>
          <p:cNvSpPr txBox="1"/>
          <p:nvPr/>
        </p:nvSpPr>
        <p:spPr>
          <a:xfrm>
            <a:off x="1313954" y="1500107"/>
            <a:ext cx="60946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All Components</a:t>
            </a:r>
          </a:p>
          <a:p>
            <a:pPr algn="l">
              <a:buNone/>
            </a:pPr>
            <a:endParaRPr lang="en-IN" sz="16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Source Code (src folder):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train_model.py</a:t>
            </a:r>
            <a:r>
              <a:rPr lang="en-IN" sz="1600" b="0" i="0" dirty="0">
                <a:effectLst/>
                <a:latin typeface="fkGroteskNeue"/>
              </a:rPr>
              <a:t> - Model training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app.py</a:t>
            </a:r>
            <a:r>
              <a:rPr lang="en-IN" sz="1600" b="0" i="0" dirty="0">
                <a:effectLst/>
                <a:latin typeface="fkGroteskNeue"/>
              </a:rPr>
              <a:t> - Flask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test_api.py</a:t>
            </a:r>
            <a:r>
              <a:rPr lang="en-IN" sz="1600" b="0" i="0" dirty="0">
                <a:effectLst/>
                <a:latin typeface="fkGroteskNeue"/>
              </a:rPr>
              <a:t> - API testing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image_model.pkl</a:t>
            </a:r>
            <a:r>
              <a:rPr lang="en-IN" sz="1600" b="0" i="0" dirty="0">
                <a:effectLst/>
                <a:latin typeface="fkGroteskNeue"/>
              </a:rPr>
              <a:t> - Trained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requirements.txt</a:t>
            </a:r>
            <a:r>
              <a:rPr lang="en-IN" sz="1600" b="0" i="0" dirty="0">
                <a:effectLst/>
                <a:latin typeface="fkGroteskNeue"/>
              </a:rPr>
              <a:t> - Dependencies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Data (data folder):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synthetic_images/circle/</a:t>
            </a:r>
            <a:r>
              <a:rPr lang="en-IN" sz="1600" b="0" i="0" dirty="0">
                <a:effectLst/>
                <a:latin typeface="fkGroteskNeue"/>
              </a:rPr>
              <a:t> - 100 circle images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synthetic_images/square/</a:t>
            </a:r>
            <a:r>
              <a:rPr lang="en-IN" sz="1600" b="0" i="0" dirty="0">
                <a:effectLst/>
                <a:latin typeface="fkGroteskNeue"/>
              </a:rPr>
              <a:t> - 100 square images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Documentation (docs folder):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project_report.docx</a:t>
            </a:r>
            <a:r>
              <a:rPr lang="en-IN" sz="1600" b="0" i="0" dirty="0">
                <a:effectLst/>
                <a:latin typeface="fkGroteskNeue"/>
              </a:rPr>
              <a:t> - Complete report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project_presentation.pptx</a:t>
            </a:r>
            <a:r>
              <a:rPr lang="en-IN" sz="1600" b="0" i="0" dirty="0">
                <a:effectLst/>
                <a:latin typeface="fkGroteskNeue"/>
              </a:rPr>
              <a:t> - This presentation</a:t>
            </a:r>
          </a:p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Root Files: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ar(--font-berkeley-mono)"/>
              </a:rPr>
              <a:t>README.md</a:t>
            </a:r>
            <a:r>
              <a:rPr lang="en-IN" sz="1600" b="0" i="0" dirty="0">
                <a:effectLst/>
                <a:latin typeface="fkGroteskNeue"/>
              </a:rPr>
              <a:t> - Quick start guide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F9411-E309-7CC2-84BF-3BC81E6C8534}"/>
              </a:ext>
            </a:extLst>
          </p:cNvPr>
          <p:cNvSpPr txBox="1"/>
          <p:nvPr/>
        </p:nvSpPr>
        <p:spPr>
          <a:xfrm>
            <a:off x="3048663" y="405717"/>
            <a:ext cx="6094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i="0" dirty="0">
                <a:effectLst/>
                <a:latin typeface="var(--font-fk-grotesk)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608BB-7E7A-98D2-08B2-9D585D489528}"/>
              </a:ext>
            </a:extLst>
          </p:cNvPr>
          <p:cNvSpPr txBox="1"/>
          <p:nvPr/>
        </p:nvSpPr>
        <p:spPr>
          <a:xfrm>
            <a:off x="1123122" y="1589601"/>
            <a:ext cx="609467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Milestone Requirements Met: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Synthetic dataset created (200 images)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Classification model trained (&gt;95% accuracy)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REST API deployed on localhost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API tested and validated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Complete documentation provided</a:t>
            </a:r>
            <a:br>
              <a:rPr lang="en-IN" sz="1600" b="0" i="0" dirty="0">
                <a:effectLst/>
                <a:latin typeface="fkGroteskNeue"/>
              </a:rPr>
            </a:br>
            <a:r>
              <a:rPr lang="en-IN" sz="1600" b="0" i="0" dirty="0">
                <a:effectLst/>
                <a:latin typeface="fkGroteskNeue"/>
              </a:rPr>
              <a:t>✓ Project ready for demonstration</a:t>
            </a:r>
          </a:p>
          <a:p>
            <a:pPr algn="l">
              <a:buNone/>
            </a:pPr>
            <a:endParaRPr lang="en-IN" sz="16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1600" b="1" i="0" dirty="0">
                <a:effectLst/>
                <a:latin typeface="fkGroteskNeue"/>
              </a:rPr>
              <a:t>How to Demonstrate: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sz="1600" b="0" i="0" dirty="0">
                <a:effectLst/>
                <a:latin typeface="fkGroteskNeue"/>
              </a:rPr>
              <a:t>Run Flask server: </a:t>
            </a:r>
            <a:r>
              <a:rPr lang="en-IN" sz="1600" b="0" i="0" dirty="0">
                <a:effectLst/>
                <a:latin typeface="var(--font-berkeley-mono)"/>
              </a:rPr>
              <a:t>python app.py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sz="1600" b="0" i="0" dirty="0">
                <a:effectLst/>
                <a:latin typeface="fkGroteskNeue"/>
              </a:rPr>
              <a:t>Send test request: </a:t>
            </a:r>
            <a:r>
              <a:rPr lang="en-IN" sz="1600" b="0" i="0" dirty="0">
                <a:effectLst/>
                <a:latin typeface="var(--font-berkeley-mono)"/>
              </a:rPr>
              <a:t>python test_api.py</a:t>
            </a:r>
            <a:endParaRPr lang="en-IN" sz="1600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IN" sz="1600" b="0" i="0" dirty="0">
                <a:effectLst/>
                <a:latin typeface="fkGroteskNeue"/>
              </a:rPr>
              <a:t>Show prediction output in JSON format</a:t>
            </a:r>
          </a:p>
          <a:p>
            <a:pPr algn="l">
              <a:buFont typeface="+mj-lt"/>
              <a:buAutoNum type="arabicPeriod"/>
            </a:pPr>
            <a:r>
              <a:rPr lang="en-IN" sz="1600" b="0" i="0" dirty="0">
                <a:effectLst/>
                <a:latin typeface="fkGroteskNeue"/>
              </a:rPr>
              <a:t>Explain architecture and design decisions</a:t>
            </a:r>
          </a:p>
          <a:p>
            <a:pPr algn="l">
              <a:buFont typeface="+mj-lt"/>
              <a:buAutoNum type="arabicPeriod"/>
            </a:pPr>
            <a:endParaRPr lang="en-IN" sz="1600" dirty="0">
              <a:latin typeface="fkGroteskNeue"/>
            </a:endParaRPr>
          </a:p>
          <a:p>
            <a:pPr algn="l">
              <a:buFont typeface="+mj-lt"/>
              <a:buAutoNum type="arabicPeriod"/>
            </a:pPr>
            <a:endParaRPr lang="en-IN" sz="16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2800" b="1" i="0" dirty="0">
                <a:effectLst/>
                <a:latin typeface="fkGroteskNeue"/>
              </a:rPr>
              <a:t>Thank You!</a:t>
            </a:r>
            <a:endParaRPr lang="en-IN" sz="2800" b="0" i="0" dirty="0">
              <a:effectLst/>
              <a:latin typeface="fkGroteskNeue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262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{9A197DD1-D335-48CD-AB63-D57BA8482F94}tf03457452</Template>
  <TotalTime>84</TotalTime>
  <Words>861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berkeleyMono</vt:lpstr>
      <vt:lpstr>Calibri</vt:lpstr>
      <vt:lpstr>Calibri Light</vt:lpstr>
      <vt:lpstr>fkGroteskNeue</vt:lpstr>
      <vt:lpstr>var(--font-berkeley-mono)</vt:lpstr>
      <vt:lpstr>var(--font-fk-grotesk)</vt:lpstr>
      <vt:lpstr>Celestial</vt:lpstr>
      <vt:lpstr>MILESTONE 2 PROJECT</vt:lpstr>
      <vt:lpstr>What is This Project About?</vt:lpstr>
      <vt:lpstr>PowerPoint Presentation</vt:lpstr>
      <vt:lpstr>Synthetic Image Dataset</vt:lpstr>
      <vt:lpstr>Random Forest Classifier</vt:lpstr>
      <vt:lpstr>API Development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Goel</dc:creator>
  <cp:lastModifiedBy>Kartik Goel</cp:lastModifiedBy>
  <cp:revision>2</cp:revision>
  <dcterms:created xsi:type="dcterms:W3CDTF">2025-11-22T13:03:47Z</dcterms:created>
  <dcterms:modified xsi:type="dcterms:W3CDTF">2025-11-22T14:33:52Z</dcterms:modified>
</cp:coreProperties>
</file>